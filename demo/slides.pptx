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MediDesk — Clinic Appointment Manager</a:t>
            </a:r>
          </a:p>
          <a:p>
            <a:r>
              <a:rPr sz="3200" b="1"/>
              <a:t>DevSecOps Capstone (100 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Own-domain app (not TaskBoard): schedule/check-in/track patient appointments.</a:t>
            </a:r>
          </a:p>
          <a:p>
            <a:pPr/>
            <a:r>
              <a:rPr sz="2000"/>
              <a:t>Dev → GitHub → Actions → GHCR → Terraform VPC+EKS → Helm → Ingress/HPA → Prometheus/Grafana + ArgoCD GitOps.</a:t>
            </a:r>
          </a:p>
          <a:p>
            <a:pPr/>
            <a:r>
              <a:rPr sz="2000"/>
              <a:t>Deadline 19 Oct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Problem: clinics lose track of walk-ins, priorities, no-shows.</a:t>
            </a:r>
          </a:p>
          <a:p>
            <a:pPr/>
            <a:r>
              <a:rPr sz="2000"/>
              <a:t>Solution: MediDesk dashboard — KPI cards, status filters, create modal, stats API.</a:t>
            </a:r>
          </a:p>
          <a:p>
            <a:pPr/>
            <a:r>
              <a:rPr sz="2000"/>
              <a:t>Users: reception staff + doctors. Success: appointment booked in &lt;30s, visible in stats.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Backend: FastAPI 3.12, SQLAlchemy, Alembic, psycopg, prometheus-instrumentator</a:t>
            </a:r>
          </a:p>
          <a:p>
            <a:pPr/>
            <a:r>
              <a:rPr sz="2000"/>
              <a:t>Frontend: React 18 + Vite → Nginx unprivileged (multi-stage, non-root)</a:t>
            </a:r>
          </a:p>
          <a:p>
            <a:pPr/>
            <a:r>
              <a:rPr sz="2000"/>
              <a:t>Data: PostgreSQL 16 | Tests: pytest+httpx (SQLite test DB)</a:t>
            </a:r>
          </a:p>
          <a:p>
            <a:pPr/>
            <a:r>
              <a:rPr sz="2000"/>
              <a:t>Ops: Docker Compose, GH Actions, Trivy, GHCR/SHA, Terraform VPC+EKS, Helm, NGINX Ingress, HPA, kube-prometheus-stack, ArgoCD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Browser → Ingress (/ → frontend:80, /api → backend:8000) → FastAPI → PostgreSQL PVC (RDS in prod)</a:t>
            </a:r>
          </a:p>
          <a:p>
            <a:pPr/>
            <a:r>
              <a:rPr sz="2000"/>
              <a:t>/metrics → ServiceMonitor → Prometheus → Grafana</a:t>
            </a:r>
          </a:p>
          <a:p>
            <a:pPr/>
            <a:r>
              <a:rPr sz="2000"/>
              <a:t>Git push → Actions (test/build/scan/push) → GHCR:SHA → Helm upgrade → EKS pods</a:t>
            </a:r>
          </a:p>
          <a:p>
            <a:pPr/>
            <a:r>
              <a:rPr sz="2000"/>
              <a:t>Terraform owns VPC (3 public + 3 private, NAT) + EKS 1.30 (2x t3.medium). ArgoCD syncs helm/medidesk.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CI/CD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on: push→main | test job: pytest -q (gate) + npm run build</a:t>
            </a:r>
          </a:p>
          <a:p>
            <a:pPr/>
            <a:r>
              <a:rPr sz="2000"/>
              <a:t>build-scan-push: docker build x2 → trivy HIGH,CRITICAL exit-code 1 → push ghcr.io/&lt;owner&gt;/medidesk-*:$SHA</a:t>
            </a:r>
          </a:p>
          <a:p>
            <a:pPr/>
            <a:r>
              <a:rPr sz="2000"/>
              <a:t>deploy (main): helm upgrade --install with SHA tags. Traceability: commit A → image 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Infrastructure (Terraform)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terraform/ : versions, variables, main (VPC mod 5.13 + EKS mod 20.24), outputs, tfvars.example</a:t>
            </a:r>
          </a:p>
          <a:p>
            <a:pPr/>
            <a:r>
              <a:rPr sz="2000"/>
              <a:t>ap-south-1, VPC 10.0.0.0/16, EKS 1.30, node group 1-3 x t3.medium</a:t>
            </a:r>
          </a:p>
          <a:p>
            <a:pPr/>
            <a:r>
              <a:rPr sz="2000"/>
              <a:t>terraform init/plan/apply/destroy. No secrets in git — creds via env/IAM. Screenshot: plan + AWS VPC+EKS console.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Kubernetes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ns medidesk | helm/medidesk: Chart, values, values-dev, deployments (2 replicas, non-root, probes), ClusterIP SVCs, Ingress, HPA 2-5 @70% CPU, postgres+PVC, ServiceMonitor</a:t>
            </a:r>
          </a:p>
          <a:p>
            <a:pPr/>
            <a:r>
              <a:rPr sz="2000"/>
              <a:t>kubectl get pods/svc/ingress/hpa + helm list. Troubleshooting: broken-image (ImagePullBackOff) + broken-service (no endpoints).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/metrics → http_requests_total, duration buckets | Prometheus Targets: medidesk/backend UP</a:t>
            </a:r>
          </a:p>
          <a:p>
            <a:pPr/>
            <a:r>
              <a:rPr sz="2000"/>
              <a:t>Grafana (admin/admin123): request rate, p95 latency, 5xx errors — live during load-test.sh</a:t>
            </a:r>
          </a:p>
          <a:p>
            <a:pPr/>
            <a:r>
              <a:rPr sz="2000"/>
              <a:t>Alerts possible on error-rate/CPU. Screenshots: curl /metrics, Targets UP,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Security (Trivy)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Both images scanned every push; exit-code 1 on HIGH/CRITICAL. Clean = Total 0. CVE found → build fails, no push/deploy; fix by bumping base image/dep. Only secrets: GITHUB_TOKEN + KUBE_CONFIG_DATA (Actions secrets).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Key Learnings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Learned: quality gates (pytest→Trivy) stop bad images; SHA tags link prod→commit; IaC beats click-ops; probes+HPA+metrics make failures visible.</a:t>
            </a:r>
          </a:p>
          <a:p>
            <a:pPr/>
            <a:r>
              <a:rPr sz="2000"/>
              <a:t>Next: RDS + secrets manager, external-dns + TLS, OIDC deploy role (no kubeconfig secret), alert rules, staging env.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